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56" r:id="rId5"/>
  </p:sldMasterIdLst>
  <p:notesMasterIdLst>
    <p:notesMasterId r:id="rId16"/>
  </p:notesMasterIdLst>
  <p:handoutMasterIdLst>
    <p:handoutMasterId r:id="rId17"/>
  </p:handoutMasterIdLst>
  <p:sldIdLst>
    <p:sldId id="2147471335" r:id="rId6"/>
    <p:sldId id="2147472923" r:id="rId27"/>
    <p:sldId id="2147472924" r:id="rId28"/>
    <p:sldId id="2147472909" r:id="rId15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F7F193D-5FAA-4A5D-A355-0C084A84C2A3}">
          <p14:sldIdLst>
            <p14:sldId id="2147471335"/>
            <p14:sldId id="2147472922"/>
            <p14:sldId id="2147472912"/>
            <p14:sldId id="2147472913"/>
            <p14:sldId id="2147472914"/>
            <p14:sldId id="2147472920"/>
            <p14:sldId id="256"/>
            <p14:sldId id="2147472918"/>
            <p14:sldId id="2147472919"/>
            <p14:sldId id="214747290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6082"/>
    <a:srgbClr val="FFDD71"/>
    <a:srgbClr val="0F9ED5"/>
    <a:srgbClr val="FFCE33"/>
    <a:srgbClr val="FF9900"/>
    <a:srgbClr val="DDE781"/>
    <a:srgbClr val="095F81"/>
    <a:srgbClr val="095F80"/>
    <a:srgbClr val="D16B00"/>
    <a:srgbClr val="9191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30E259-2D0F-4500-A4EC-7EB35551B8BA}" v="64" dt="2026-09-25T11:20:38.9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tags" Target="tags/tag1.xml"/><Relationship Id="rId19" Type="http://schemas.openxmlformats.org/officeDocument/2006/relationships/commentAuthors" Target="commentAuthor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microsoft.com/office/2015/10/relationships/revisionInfo" Target="revisionInfo.xml"/><Relationship Id="rId26" Type="http://schemas.microsoft.com/office/2018/10/relationships/authors" Target="authors.xml"/><Relationship Id="rId27" Type="http://schemas.openxmlformats.org/officeDocument/2006/relationships/slide" Target="slides/slide11.xml"/><Relationship Id="rId28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ma, Muskan" userId="82c1c4c1-33c4-49a4-bdeb-3712c937d8f6" providerId="ADAL" clId="{CC8E9BA2-7FA1-439D-8350-77FE4CB1C657}"/>
    <pc:docChg chg="undo custSel addSld delSld modSld sldOrd modSection">
      <pc:chgData name="Sharma, Muskan" userId="82c1c4c1-33c4-49a4-bdeb-3712c937d8f6" providerId="ADAL" clId="{CC8E9BA2-7FA1-439D-8350-77FE4CB1C657}" dt="2026-09-25T11:20:38.967" v="588" actId="207"/>
      <pc:docMkLst>
        <pc:docMk/>
      </pc:docMkLst>
      <pc:sldChg chg="modSp mod">
        <pc:chgData name="Sharma, Muskan" userId="82c1c4c1-33c4-49a4-bdeb-3712c937d8f6" providerId="ADAL" clId="{CC8E9BA2-7FA1-439D-8350-77FE4CB1C657}" dt="2026-09-25T10:06:56.180" v="30" actId="20577"/>
        <pc:sldMkLst>
          <pc:docMk/>
          <pc:sldMk cId="4072954989" sldId="2147471335"/>
        </pc:sldMkLst>
        <pc:spChg chg="mod">
          <ac:chgData name="Sharma, Muskan" userId="82c1c4c1-33c4-49a4-bdeb-3712c937d8f6" providerId="ADAL" clId="{CC8E9BA2-7FA1-439D-8350-77FE4CB1C657}" dt="2026-09-25T10:06:56.180" v="30" actId="20577"/>
          <ac:spMkLst>
            <pc:docMk/>
            <pc:sldMk cId="4072954989" sldId="2147471335"/>
            <ac:spMk id="4" creationId="{B516C6C2-5732-0A24-605D-634ED76C9643}"/>
          </ac:spMkLst>
        </pc:spChg>
      </pc:sldChg>
      <pc:sldChg chg="modSp mod">
        <pc:chgData name="Sharma, Muskan" userId="82c1c4c1-33c4-49a4-bdeb-3712c937d8f6" providerId="ADAL" clId="{CC8E9BA2-7FA1-439D-8350-77FE4CB1C657}" dt="2026-09-25T10:11:08.394" v="336" actId="20577"/>
        <pc:sldMkLst>
          <pc:docMk/>
          <pc:sldMk cId="3094548260" sldId="2147472912"/>
        </pc:sldMkLst>
        <pc:spChg chg="mod">
          <ac:chgData name="Sharma, Muskan" userId="82c1c4c1-33c4-49a4-bdeb-3712c937d8f6" providerId="ADAL" clId="{CC8E9BA2-7FA1-439D-8350-77FE4CB1C657}" dt="2026-09-25T10:11:08.394" v="336" actId="20577"/>
          <ac:spMkLst>
            <pc:docMk/>
            <pc:sldMk cId="3094548260" sldId="2147472912"/>
            <ac:spMk id="2" creationId="{A39DD863-F68E-D323-7FE6-D7C1B27AF183}"/>
          </ac:spMkLst>
        </pc:spChg>
      </pc:sldChg>
      <pc:sldChg chg="del mod modShow">
        <pc:chgData name="Sharma, Muskan" userId="82c1c4c1-33c4-49a4-bdeb-3712c937d8f6" providerId="ADAL" clId="{CC8E9BA2-7FA1-439D-8350-77FE4CB1C657}" dt="2026-09-25T10:16:08.759" v="338" actId="2696"/>
        <pc:sldMkLst>
          <pc:docMk/>
          <pc:sldMk cId="3254140334" sldId="2147472921"/>
        </pc:sldMkLst>
      </pc:sldChg>
      <pc:sldChg chg="addSp delSp modSp new mod ord">
        <pc:chgData name="Sharma, Muskan" userId="82c1c4c1-33c4-49a4-bdeb-3712c937d8f6" providerId="ADAL" clId="{CC8E9BA2-7FA1-439D-8350-77FE4CB1C657}" dt="2026-09-25T11:20:38.967" v="588" actId="207"/>
        <pc:sldMkLst>
          <pc:docMk/>
          <pc:sldMk cId="2902425573" sldId="2147472922"/>
        </pc:sldMkLst>
        <pc:spChg chg="mod">
          <ac:chgData name="Sharma, Muskan" userId="82c1c4c1-33c4-49a4-bdeb-3712c937d8f6" providerId="ADAL" clId="{CC8E9BA2-7FA1-439D-8350-77FE4CB1C657}" dt="2026-09-25T10:16:31.213" v="340" actId="20577"/>
          <ac:spMkLst>
            <pc:docMk/>
            <pc:sldMk cId="2902425573" sldId="2147472922"/>
            <ac:spMk id="2" creationId="{A07A566B-D055-71BF-9C54-9F7C40C3BC6B}"/>
          </ac:spMkLst>
        </pc:spChg>
        <pc:spChg chg="add del mod">
          <ac:chgData name="Sharma, Muskan" userId="82c1c4c1-33c4-49a4-bdeb-3712c937d8f6" providerId="ADAL" clId="{CC8E9BA2-7FA1-439D-8350-77FE4CB1C657}" dt="2026-09-25T10:53:57.186" v="343"/>
          <ac:spMkLst>
            <pc:docMk/>
            <pc:sldMk cId="2902425573" sldId="2147472922"/>
            <ac:spMk id="3" creationId="{83292D55-E314-ED10-C8AE-FA16B85D4579}"/>
          </ac:spMkLst>
        </pc:spChg>
        <pc:graphicFrameChg chg="add del modGraphic">
          <ac:chgData name="Sharma, Muskan" userId="82c1c4c1-33c4-49a4-bdeb-3712c937d8f6" providerId="ADAL" clId="{CC8E9BA2-7FA1-439D-8350-77FE4CB1C657}" dt="2026-09-25T10:54:32.314" v="345" actId="1032"/>
          <ac:graphicFrameMkLst>
            <pc:docMk/>
            <pc:sldMk cId="2902425573" sldId="2147472922"/>
            <ac:graphicFrameMk id="4" creationId="{EF46A060-DD3E-1895-1219-2C50C4586B42}"/>
          </ac:graphicFrameMkLst>
        </pc:graphicFrameChg>
        <pc:graphicFrameChg chg="add mod modGraphic">
          <ac:chgData name="Sharma, Muskan" userId="82c1c4c1-33c4-49a4-bdeb-3712c937d8f6" providerId="ADAL" clId="{CC8E9BA2-7FA1-439D-8350-77FE4CB1C657}" dt="2026-09-25T11:20:38.967" v="588" actId="207"/>
          <ac:graphicFrameMkLst>
            <pc:docMk/>
            <pc:sldMk cId="2902425573" sldId="2147472922"/>
            <ac:graphicFrameMk id="5" creationId="{1B72096B-7BF5-29AE-4E53-C11A38274E1F}"/>
          </ac:graphicFrameMkLst>
        </pc:graphicFrame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tags" Target="../tags/tag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7E95585-84CB-4FCC-8E7D-7A4D39E5B6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669280" cy="2743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z="1000"/>
              <a:t>McDonald's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9CD4E6-D02C-4A60-8883-3E812B34F3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60720" y="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E77DB6-B46C-43BB-A170-81A511E24F55}" type="datetime1">
              <a:rPr lang="en-US" sz="1000" smtClean="0"/>
              <a:t>9/25/2026</a:t>
            </a:fld>
            <a:endParaRPr lang="en-US" sz="1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99151A-D100-4DD9-AE56-2E3EADE43D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69680"/>
            <a:ext cx="5669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1A4838-A730-4F68-8BDB-4FE0F38F5F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60720" y="886968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AA398-A59A-4CCF-9D17-B92ED5D9C4B1}" type="slidenum">
              <a:rPr lang="en-US" sz="1000" smtClean="0"/>
              <a:t>‹#›</a:t>
            </a:fld>
            <a:endParaRPr lang="en-US" sz="100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38737735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669280" cy="2743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r>
              <a:rPr lang="en-US"/>
              <a:t>McDonald's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60720" y="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E65039E3-D721-41CB-A64E-835FD7C9625D}" type="datetime1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50292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703320"/>
            <a:ext cx="5486400" cy="50292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69680"/>
            <a:ext cx="5669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60720" y="886968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D8647272-D100-47C7-82C2-970D8DF6AA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022500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8600" indent="-1143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42900" indent="-114300" algn="l" defTabSz="914400" rtl="0" eaLnBrk="1" latinLnBrk="0" hangingPunct="1">
      <a:buFont typeface="Speedee" panose="020B06030305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57200" indent="-114300" algn="l" defTabSz="914400" rtl="0" eaLnBrk="1" latinLnBrk="0" hangingPunct="1">
      <a:buFont typeface="Speedee" panose="020B06030305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1500" indent="-114300" algn="l" defTabSz="914400" rtl="0" eaLnBrk="1" latinLnBrk="0" hangingPunct="1">
      <a:buFont typeface="Speedee" panose="020B06030305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Ar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rch">
            <a:extLst>
              <a:ext uri="{FF2B5EF4-FFF2-40B4-BE49-F238E27FC236}">
                <a16:creationId xmlns:a16="http://schemas.microsoft.com/office/drawing/2014/main" id="{C58CB3D4-30D8-4DBB-A3FA-4554ED58370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t="-2" r="34319" b="11162"/>
          <a:stretch/>
        </p:blipFill>
        <p:spPr>
          <a:xfrm>
            <a:off x="6096000" y="274320"/>
            <a:ext cx="6096000" cy="6583680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EE034AC8-C001-49F4-B3CA-B1903AA703C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280" y="5257800"/>
            <a:ext cx="5760720" cy="1371600"/>
          </a:xfrm>
        </p:spPr>
        <p:txBody>
          <a:bodyPr lIns="18288" tIns="0" rIns="0" bIns="0" anchor="ctr" anchorCtr="0"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  <a:p>
            <a:r>
              <a:rPr lang="en-US"/>
              <a:t>Presentation 1</a:t>
            </a:r>
          </a:p>
          <a:p>
            <a:r>
              <a:rPr lang="en-US"/>
              <a:t>First Last Name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63CEA60-CDC2-4B29-9547-7FF4BAAAD1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280" y="1600200"/>
            <a:ext cx="5760720" cy="3657600"/>
          </a:xfrm>
        </p:spPr>
        <p:txBody>
          <a:bodyPr lIns="0" tIns="0" rIns="0" bIns="0" anchor="ctr" anchorCtr="0">
            <a:noAutofit/>
          </a:bodyPr>
          <a:lstStyle>
            <a:lvl1pPr algn="l">
              <a:lnSpc>
                <a:spcPct val="80000"/>
              </a:lnSpc>
              <a:spcBef>
                <a:spcPts val="0"/>
              </a:spcBef>
              <a:defRPr sz="5400"/>
            </a:lvl1pPr>
          </a:lstStyle>
          <a:p>
            <a:r>
              <a:rPr lang="en-US"/>
              <a:t>Presentation Headline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DC5A247-6C1D-CB09-DF16-633F7878BE3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280" y="283727"/>
            <a:ext cx="2286000" cy="5100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1D238E-27F3-951D-A719-773C231D0989}"/>
              </a:ext>
            </a:extLst>
          </p:cNvPr>
          <p:cNvSpPr txBox="1"/>
          <p:nvPr userDrawn="1"/>
        </p:nvSpPr>
        <p:spPr>
          <a:xfrm>
            <a:off x="2751292" y="384830"/>
            <a:ext cx="381920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086A04-AF50-53DA-B5C9-D672D2A36E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26" b="-2258"/>
          <a:stretch/>
        </p:blipFill>
        <p:spPr>
          <a:xfrm>
            <a:off x="3263224" y="274320"/>
            <a:ext cx="474068" cy="41531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41742804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62896-193A-460B-BF6E-A72AF2FDD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4F405B-5E7B-47A1-BC60-A16DA5AD9E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963" y="1143000"/>
            <a:ext cx="11522075" cy="5121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13044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547">
          <p15:clr>
            <a:srgbClr val="FBAE40"/>
          </p15:clr>
        </p15:guide>
        <p15:guide id="2" orient="horz" pos="720">
          <p15:clr>
            <a:srgbClr val="FBAE40"/>
          </p15:clr>
        </p15:guide>
        <p15:guide id="4" orient="horz" pos="233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2 column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62896-193A-460B-BF6E-A72AF2FDD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4F405B-5E7B-47A1-BC60-A16DA5AD9E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963" y="1143000"/>
            <a:ext cx="11522075" cy="5121275"/>
          </a:xfrm>
        </p:spPr>
        <p:txBody>
          <a:bodyPr numCol="2" spcCol="457200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91752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547">
          <p15:clr>
            <a:srgbClr val="FBAE40"/>
          </p15:clr>
        </p15:guide>
        <p15:guide id="2" orient="horz" pos="720">
          <p15:clr>
            <a:srgbClr val="FBAE40"/>
          </p15:clr>
        </p15:guide>
        <p15:guide id="4" orient="horz" pos="233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White w/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D35A23D-E666-4E0C-9980-F206C8FA51C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182880 w 12192000"/>
              <a:gd name="connsiteY0" fmla="*/ 182880 h 6858000"/>
              <a:gd name="connsiteX1" fmla="*/ 182880 w 12192000"/>
              <a:gd name="connsiteY1" fmla="*/ 6675120 h 6858000"/>
              <a:gd name="connsiteX2" fmla="*/ 12009120 w 12192000"/>
              <a:gd name="connsiteY2" fmla="*/ 6675120 h 6858000"/>
              <a:gd name="connsiteX3" fmla="*/ 12009120 w 12192000"/>
              <a:gd name="connsiteY3" fmla="*/ 182880 h 6858000"/>
              <a:gd name="connsiteX4" fmla="*/ 1200912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12188952 w 12192000"/>
              <a:gd name="connsiteY7" fmla="*/ 6858000 h 6858000"/>
              <a:gd name="connsiteX8" fmla="*/ 12009120 w 12192000"/>
              <a:gd name="connsiteY8" fmla="*/ 6858000 h 6858000"/>
              <a:gd name="connsiteX9" fmla="*/ 182880 w 12192000"/>
              <a:gd name="connsiteY9" fmla="*/ 6858000 h 6858000"/>
              <a:gd name="connsiteX10" fmla="*/ 1 w 12192000"/>
              <a:gd name="connsiteY10" fmla="*/ 6858000 h 6858000"/>
              <a:gd name="connsiteX11" fmla="*/ 0 w 12192000"/>
              <a:gd name="connsiteY11" fmla="*/ 6858000 h 6858000"/>
              <a:gd name="connsiteX12" fmla="*/ 0 w 12192000"/>
              <a:gd name="connsiteY12" fmla="*/ 0 h 6858000"/>
              <a:gd name="connsiteX13" fmla="*/ 182880 w 12192000"/>
              <a:gd name="connsiteY13" fmla="*/ 0 h 6858000"/>
              <a:gd name="connsiteX14" fmla="*/ 182880 w 12192000"/>
              <a:gd name="connsiteY14" fmla="*/ 0 h 6858000"/>
              <a:gd name="connsiteX15" fmla="*/ 12009120 w 12192000"/>
              <a:gd name="connsiteY1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182880" y="182880"/>
                </a:moveTo>
                <a:lnTo>
                  <a:pt x="182880" y="6675120"/>
                </a:lnTo>
                <a:lnTo>
                  <a:pt x="12009120" y="6675120"/>
                </a:lnTo>
                <a:lnTo>
                  <a:pt x="12009120" y="182880"/>
                </a:lnTo>
                <a:close/>
                <a:moveTo>
                  <a:pt x="1200912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88952" y="6858000"/>
                </a:lnTo>
                <a:lnTo>
                  <a:pt x="12009120" y="6858000"/>
                </a:lnTo>
                <a:lnTo>
                  <a:pt x="182880" y="6858000"/>
                </a:lnTo>
                <a:lnTo>
                  <a:pt x="1" y="6858000"/>
                </a:lnTo>
                <a:lnTo>
                  <a:pt x="0" y="6858000"/>
                </a:lnTo>
                <a:lnTo>
                  <a:pt x="0" y="0"/>
                </a:lnTo>
                <a:lnTo>
                  <a:pt x="182880" y="0"/>
                </a:lnTo>
                <a:lnTo>
                  <a:pt x="182880" y="0"/>
                </a:lnTo>
                <a:lnTo>
                  <a:pt x="12009120" y="0"/>
                </a:lnTo>
                <a:close/>
              </a:path>
            </a:pathLst>
          </a:cu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362896-193A-460B-BF6E-A72AF2FDD208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4F405B-5E7B-47A1-BC60-A16DA5AD9E0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334963" y="1143000"/>
            <a:ext cx="11522075" cy="5121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83887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547">
          <p15:clr>
            <a:srgbClr val="FBAE40"/>
          </p15:clr>
        </p15:guide>
        <p15:guide id="2" orient="horz" pos="720">
          <p15:clr>
            <a:srgbClr val="FBAE40"/>
          </p15:clr>
        </p15:guide>
        <p15:guide id="4" orient="horz" pos="233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old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ld Bar">
            <a:extLst>
              <a:ext uri="{FF2B5EF4-FFF2-40B4-BE49-F238E27FC236}">
                <a16:creationId xmlns:a16="http://schemas.microsoft.com/office/drawing/2014/main" id="{50FE6178-DC88-4788-BDB0-7B856173CEDC}"/>
              </a:ext>
            </a:extLst>
          </p:cNvPr>
          <p:cNvSpPr/>
          <p:nvPr userDrawn="1"/>
        </p:nvSpPr>
        <p:spPr>
          <a:xfrm>
            <a:off x="0" y="0"/>
            <a:ext cx="12192000" cy="86868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1200"/>
              </a:spcBef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362896-193A-460B-BF6E-A72AF2FD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114300"/>
            <a:ext cx="11522075" cy="640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4">
            <a:extLst>
              <a:ext uri="{FF2B5EF4-FFF2-40B4-BE49-F238E27FC236}">
                <a16:creationId xmlns:a16="http://schemas.microsoft.com/office/drawing/2014/main" id="{6F3E88E0-D608-7563-85DC-F74B164FA2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62" y="6461692"/>
            <a:ext cx="240035" cy="2208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29A634-B794-36DB-7CC8-B054ADE525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26" b="-2258"/>
          <a:stretch/>
        </p:blipFill>
        <p:spPr>
          <a:xfrm>
            <a:off x="829363" y="6454892"/>
            <a:ext cx="267599" cy="234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1801BE-E7F7-D91B-F01F-D69324515F16}"/>
              </a:ext>
            </a:extLst>
          </p:cNvPr>
          <p:cNvSpPr txBox="1"/>
          <p:nvPr userDrawn="1"/>
        </p:nvSpPr>
        <p:spPr>
          <a:xfrm>
            <a:off x="581670" y="6502859"/>
            <a:ext cx="24102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57503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547">
          <p15:clr>
            <a:srgbClr val="FBAE40"/>
          </p15:clr>
        </p15:guide>
        <p15:guide id="2" orient="horz" pos="720">
          <p15:clr>
            <a:srgbClr val="FBAE40"/>
          </p15:clr>
        </p15:guide>
        <p15:guide id="4" orient="horz" pos="233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326C1-49EC-D20B-DF5F-38185DA16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6A9E4-7608-28D0-33DF-DF3BF4C7CD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470E0-236B-F626-DF0B-E51DF36B0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D8E-C627-4801-B6B8-103A04F4B08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AB9AD-36A1-8153-7656-BAEA57EA3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5745C-2D5D-8FEE-4DA3-A8EAF313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E454-48D5-46F1-B3DF-784DBEE16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394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671EB-05AA-7742-796D-3733B5B0B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335F5-CAE6-AFB8-96C6-3A914EC68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75119-6C76-F694-D8B7-A14AB1F8A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D8E-C627-4801-B6B8-103A04F4B08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B1F12-652A-601B-E835-DB4408ABB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331F5-5F94-FE0B-DD2C-A452D6FA9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E454-48D5-46F1-B3DF-784DBEE16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22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AFCD-A1CD-9CEB-AC29-B3EEE97D9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1E06F-1058-67F5-9105-8980A417B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C7385-783D-2089-BD41-A7D013FF5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D8E-C627-4801-B6B8-103A04F4B08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D8608-9FEA-438F-6D32-247C90422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72E1A-1EC1-F595-1AC1-46AFC9A4C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E454-48D5-46F1-B3DF-784DBEE16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681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5BF6C-3A20-E1EA-F94A-69D24833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9E88B-D733-2D27-99DB-E7C9CD62AE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6D123-0EB6-9861-D08A-C6C586FB5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EDF77-0FF8-85C9-897B-3FD599D5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D8E-C627-4801-B6B8-103A04F4B08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8801A-7C9E-7DB4-28A9-0C2CC742E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D6B18-269E-5606-F08F-2CE45F61D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E454-48D5-46F1-B3DF-784DBEE16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171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A94E9-0A27-F176-CCD7-B395B3A98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6EE16-8891-AD02-64E1-110DBB407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F3401-B22D-64AF-21F0-908441AAE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DE2291-D5C9-0003-9EB9-E803EB7CD6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2C5D45-DF25-B366-6E7B-D083DF7BF0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879C9-E8B7-F6C6-9148-F97BD663E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D8E-C627-4801-B6B8-103A04F4B08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8293D2-92E1-DA19-4BDD-2DB45981E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8D6CD5-CFD0-8999-DCC5-7CF2121ED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E454-48D5-46F1-B3DF-784DBEE16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53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3A7DD-D555-7891-4365-525103B7B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EEB7F7-7B63-E38A-18AA-0B4CE3022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D8E-C627-4801-B6B8-103A04F4B08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914AF9-7E5D-1F37-BCF9-AFC56967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20D9C-E310-77D0-4953-42D55B92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E454-48D5-46F1-B3DF-784DBEE16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840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EDE749-74DB-AEA4-F558-6C02F82BB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D8E-C627-4801-B6B8-103A04F4B08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0D8592-2828-0868-0E34-0441C4053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8F46D-BDF9-59A8-4EED-8B98A5AE8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E454-48D5-46F1-B3DF-784DBEE16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047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1ACEB-3DD6-625B-7842-A5DDEC515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F6F79-F5D2-1CAE-080D-EF225632A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29443-BBC6-6F0A-015C-B09CF4096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0CF2B9-AAF3-E86E-CBA3-377520A03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D8E-C627-4801-B6B8-103A04F4B08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F1280-A8A2-062C-6E93-09B88E9A7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F0FBA-1B7D-1B2F-BF8C-29F3A999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E454-48D5-46F1-B3DF-784DBEE16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941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B9F01-0EC2-1559-258C-CE8FBDBC8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B013AF-4401-E459-D0F5-700D99C52E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67CB8-CFAB-B2BE-88C6-21115B55E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1E9C3-B7B4-FEBC-5800-CB87FD76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D8E-C627-4801-B6B8-103A04F4B08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D7635-69A1-6B36-A64C-C5F17EA18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78652-1B68-9787-FA21-6F3F23ED0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E454-48D5-46F1-B3DF-784DBEE16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6737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FCDE2-AD90-3F46-7890-0F9E7A7AF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218CE-69DF-A5F0-E4BF-B1E5AB68E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ECCD7-60EE-89EE-6525-F44E95D34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D8E-C627-4801-B6B8-103A04F4B08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B401C-33D0-4FC5-4981-73C3A8726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13A6B-E29A-7B76-993C-6A0DC773A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E454-48D5-46F1-B3DF-784DBEE16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0020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DF09A7-8CF1-3C0E-FCDF-69D5F3B9E3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21ADB-2A1C-2DFE-7B95-49F33A1D7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E200A-1355-9C7D-24B9-B702EBDF3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D8E-C627-4801-B6B8-103A04F4B08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03F05-CBBD-9F29-D2CE-49C8B2CE2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CFA27-EF95-0F41-AB1F-377940EDB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E454-48D5-46F1-B3DF-784DBEE16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2506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tags" Target="../tags/tag2.xml"/><Relationship Id="rId8" Type="http://schemas.openxmlformats.org/officeDocument/2006/relationships/image" Target="../media/image1.png"/><Relationship Id="rId9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#">
            <a:extLst>
              <a:ext uri="{FF2B5EF4-FFF2-40B4-BE49-F238E27FC236}">
                <a16:creationId xmlns:a16="http://schemas.microsoft.com/office/drawing/2014/main" id="{7A0AC045-B0D9-4E25-91F7-9CC620BECAD4}"/>
              </a:ext>
            </a:extLst>
          </p:cNvPr>
          <p:cNvSpPr txBox="1"/>
          <p:nvPr userDrawn="1"/>
        </p:nvSpPr>
        <p:spPr>
          <a:xfrm>
            <a:off x="11694817" y="6492240"/>
            <a:ext cx="161903" cy="14042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lnSpc>
                <a:spcPct val="90000"/>
              </a:lnSpc>
              <a:spcBef>
                <a:spcPts val="600"/>
              </a:spcBef>
              <a:defRPr sz="1000"/>
            </a:lvl1pPr>
          </a:lstStyle>
          <a:p>
            <a:pPr lvl="0"/>
            <a:fld id="{25589270-315C-446D-8A4F-4844CE0CD1EA}" type="slidenum">
              <a:rPr lang="en-US" smtClean="0"/>
              <a:pPr lvl="0"/>
              <a:t>‹#›</a:t>
            </a:fld>
            <a:endParaRPr lang="en-US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A985D98-3239-4503-8D46-06AE345F4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143000"/>
            <a:ext cx="11522075" cy="5120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66EA084-203F-4328-9093-8ED05ED87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28601"/>
            <a:ext cx="11522075" cy="640080"/>
          </a:xfrm>
          <a:prstGeom prst="rect">
            <a:avLst/>
          </a:prstGeom>
        </p:spPr>
        <p:txBody>
          <a:bodyPr vert="horz" lIns="0" tIns="45720" rIns="0" bIns="0" rtlCol="0" anchor="ctr">
            <a:noAutofit/>
          </a:bodyPr>
          <a:lstStyle/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slide</a:t>
            </a:r>
          </a:p>
        </p:txBody>
      </p:sp>
      <p:pic>
        <p:nvPicPr>
          <p:cNvPr id="4" name="Graphic 4">
            <a:extLst>
              <a:ext uri="{FF2B5EF4-FFF2-40B4-BE49-F238E27FC236}">
                <a16:creationId xmlns:a16="http://schemas.microsoft.com/office/drawing/2014/main" id="{46B1A5FD-C0FF-667E-A1D4-B91AAD0C5B4F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800" y="125721"/>
            <a:ext cx="240035" cy="2208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228B49-1D39-87FE-D2E7-83F604811B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26" b="-2258"/>
          <a:stretch/>
        </p:blipFill>
        <p:spPr>
          <a:xfrm>
            <a:off x="11848201" y="118921"/>
            <a:ext cx="267599" cy="2344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146850-4F80-FD7E-7659-1EB5598553EF}"/>
              </a:ext>
            </a:extLst>
          </p:cNvPr>
          <p:cNvSpPr txBox="1"/>
          <p:nvPr userDrawn="1"/>
        </p:nvSpPr>
        <p:spPr>
          <a:xfrm>
            <a:off x="11600508" y="166888"/>
            <a:ext cx="24102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</a:t>
            </a:r>
          </a:p>
        </p:txBody>
      </p:sp>
    </p:spTree>
    <p:custDataLst>
      <p:tags r:id="rId7"/>
    </p:custDataLst>
    <p:extLst>
      <p:ext uri="{BB962C8B-B14F-4D97-AF65-F5344CB8AC3E}">
        <p14:creationId xmlns:p14="http://schemas.microsoft.com/office/powerpoint/2010/main" val="2041099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25" r:id="rId2"/>
    <p:sldLayoutId id="2147483742" r:id="rId3"/>
    <p:sldLayoutId id="2147483734" r:id="rId4"/>
    <p:sldLayoutId id="2147483723" r:id="rId5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80000"/>
        </a:lnSpc>
        <a:spcBef>
          <a:spcPts val="600"/>
        </a:spcBef>
        <a:buNone/>
        <a:defRPr sz="25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4625" indent="-174625" algn="l" defTabSz="914400" rtl="0" eaLnBrk="1" latinLnBrk="0" hangingPunct="1">
        <a:lnSpc>
          <a:spcPct val="90000"/>
        </a:lnSpc>
        <a:spcBef>
          <a:spcPts val="1800"/>
        </a:spcBef>
        <a:buClr>
          <a:schemeClr val="accent2"/>
        </a:buClr>
        <a:buSzPct val="85000"/>
        <a:buFont typeface="Symbol" panose="05050102010706020507" pitchFamily="18" charset="2"/>
        <a:buChar char="·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5938" indent="-231775" algn="l" defTabSz="914400" rtl="0" eaLnBrk="1" latinLnBrk="0" hangingPunct="1">
        <a:lnSpc>
          <a:spcPct val="90000"/>
        </a:lnSpc>
        <a:spcBef>
          <a:spcPts val="200"/>
        </a:spcBef>
        <a:buClr>
          <a:schemeClr val="accent2"/>
        </a:buClr>
        <a:buFont typeface="Speedee" panose="020B06030305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9775" indent="-168275" algn="l" defTabSz="914400" rtl="0" eaLnBrk="1" latinLnBrk="0" hangingPunct="1">
        <a:lnSpc>
          <a:spcPct val="90000"/>
        </a:lnSpc>
        <a:spcBef>
          <a:spcPts val="200"/>
        </a:spcBef>
        <a:buClr>
          <a:schemeClr val="tx2"/>
        </a:buClr>
        <a:buSzPct val="85000"/>
        <a:buFont typeface="Symbol" panose="05050102010706020507" pitchFamily="18" charset="2"/>
        <a:buChar char="·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73138" indent="-173038" algn="l" defTabSz="914400" rtl="0" eaLnBrk="1" latinLnBrk="0" hangingPunct="1">
        <a:lnSpc>
          <a:spcPct val="90000"/>
        </a:lnSpc>
        <a:spcBef>
          <a:spcPts val="200"/>
        </a:spcBef>
        <a:buClr>
          <a:schemeClr val="accent2"/>
        </a:buClr>
        <a:buFont typeface="Speedee" panose="020B06030305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96975" indent="-169863" algn="l" defTabSz="914400" rtl="0" eaLnBrk="1" latinLnBrk="0" hangingPunct="1">
        <a:lnSpc>
          <a:spcPct val="90000"/>
        </a:lnSpc>
        <a:spcBef>
          <a:spcPts val="200"/>
        </a:spcBef>
        <a:buClr>
          <a:schemeClr val="accent2"/>
        </a:buClr>
        <a:buFont typeface="Speedee" panose="020B06030305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211">
          <p15:clr>
            <a:srgbClr val="F26B43"/>
          </p15:clr>
        </p15:guide>
        <p15:guide id="3" pos="7469">
          <p15:clr>
            <a:srgbClr val="F26B43"/>
          </p15:clr>
        </p15:guide>
        <p15:guide id="4" pos="1910">
          <p15:clr>
            <a:srgbClr val="F26B43"/>
          </p15:clr>
        </p15:guide>
        <p15:guide id="5" pos="5770">
          <p15:clr>
            <a:srgbClr val="F26B43"/>
          </p15:clr>
        </p15:guide>
        <p15:guide id="7" orient="horz" pos="144">
          <p15:clr>
            <a:srgbClr val="F26B43"/>
          </p15:clr>
        </p15:guide>
        <p15:guide id="8" orient="horz" pos="4176">
          <p15:clr>
            <a:srgbClr val="F26B43"/>
          </p15:clr>
        </p15:guide>
        <p15:guide id="11" orient="horz" pos="1440">
          <p15:clr>
            <a:srgbClr val="F26B43"/>
          </p15:clr>
        </p15:guide>
        <p15:guide id="12" orient="horz" pos="2880">
          <p15:clr>
            <a:srgbClr val="F26B43"/>
          </p15:clr>
        </p15:guide>
        <p15:guide id="13" orient="horz" pos="2160">
          <p15:clr>
            <a:srgbClr val="F26B43"/>
          </p15:clr>
        </p15:guide>
        <p15:guide id="14" orient="horz" pos="394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108AB3-AC87-D8AE-7465-A998DC79E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39482-0782-52A4-25C2-D231E12F7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AB956-1010-6AE2-FAE7-CC67F4848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9F8D8E-C627-4801-B6B8-103A04F4B08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DB475-16E6-25D1-98FC-4D516200AF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0F94C-48C5-13C2-9706-DD9A734AB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C0E454-48D5-46F1-B3DF-784DBEE16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735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BCFD90-BCF7-5228-A85E-D6CE73DF7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1437360"/>
            <a:ext cx="8069684" cy="527144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000" dirty="0"/>
              <a:t>PTA Automation Tool - </a:t>
            </a:r>
            <a:br>
              <a:rPr lang="en-US" sz="3000" dirty="0"/>
            </a:br>
            <a:r>
              <a:rPr lang="en-US" sz="3000" dirty="0"/>
              <a:t>Testing Status &amp; Next Steps</a:t>
            </a:r>
            <a:br>
              <a:rPr lang="en-US" sz="3000" dirty="0"/>
            </a:br>
            <a:br>
              <a:rPr lang="en-US" sz="3000" dirty="0"/>
            </a:b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16C6C2-5732-0A24-605D-634ED76C9643}"/>
              </a:ext>
            </a:extLst>
          </p:cNvPr>
          <p:cNvSpPr txBox="1"/>
          <p:nvPr/>
        </p:nvSpPr>
        <p:spPr>
          <a:xfrm>
            <a:off x="161223" y="6339475"/>
            <a:ext cx="6097604" cy="369332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 - RFM US Data Management (Offshore)</a:t>
            </a:r>
            <a:r>
              <a:rPr lang="en-US" sz="1800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295498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008C73-667A-347D-6E8E-D06A45E7E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7895611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Done So Far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96112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Arial"/>
              </a:rPr>
              <a:t>Objective: </a:t>
            </a:r>
            <a:r>
              <a:rPr sz="1300" b="0">
                <a:solidFill>
                  <a:srgbClr val="262626"/>
                </a:solidFill>
                <a:latin typeface="Arial"/>
              </a:rPr>
              <a:t>Validate tool-generated PTA files on the Power BI dashboard.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371600"/>
            <a:ext cx="1188720" cy="365760"/>
          </a:xfrm>
          <a:prstGeom prst="rect">
            <a:avLst/>
          </a:prstGeom>
          <a:solidFill>
            <a:srgbClr val="09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1371600"/>
            <a:ext cx="4663440" cy="365760"/>
          </a:xfrm>
          <a:prstGeom prst="rect">
            <a:avLst/>
          </a:prstGeom>
          <a:solidFill>
            <a:srgbClr val="09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What was tested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46520" y="1371600"/>
            <a:ext cx="5349240" cy="365760"/>
          </a:xfrm>
          <a:prstGeom prst="rect">
            <a:avLst/>
          </a:prstGeom>
          <a:solidFill>
            <a:srgbClr val="09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11384280" cy="640080"/>
          </a:xfrm>
          <a:prstGeom prst="rect">
            <a:avLst/>
          </a:prstGeom>
          <a:solidFill>
            <a:srgbClr val="DD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1188720" cy="640080"/>
          </a:xfrm>
          <a:prstGeom prst="rect">
            <a:avLst/>
          </a:prstGeom>
          <a:noFill/>
        </p:spPr>
        <p:txBody>
          <a:bodyPr wrap="square" anchor="ctr" lIns="128016" rIns="128016" tIns="128016" bIns="12801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96082"/>
                </a:solidFill>
                <a:latin typeface="Arial"/>
              </a:rPr>
              <a:t>27 Aug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28800"/>
            <a:ext cx="4663440" cy="640080"/>
          </a:xfrm>
          <a:prstGeom prst="rect">
            <a:avLst/>
          </a:prstGeom>
          <a:noFill/>
        </p:spPr>
        <p:txBody>
          <a:bodyPr wrap="square" anchor="ctr" lIns="109728" rIns="109728" tIns="109728" b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Upload test – 2 MIs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56248" y="198424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3B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828800"/>
            <a:ext cx="402336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MI 485 reflected on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578608"/>
            <a:ext cx="11384280" cy="640080"/>
          </a:xfrm>
          <a:prstGeom prst="rect">
            <a:avLst/>
          </a:prstGeom>
          <a:solidFill>
            <a:srgbClr val="F3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11480" y="2578608"/>
            <a:ext cx="1188720" cy="640080"/>
          </a:xfrm>
          <a:prstGeom prst="rect">
            <a:avLst/>
          </a:prstGeom>
          <a:noFill/>
        </p:spPr>
        <p:txBody>
          <a:bodyPr wrap="square" anchor="ctr" lIns="128016" rIns="128016" tIns="128016" bIns="12801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96082"/>
                </a:solidFill>
                <a:latin typeface="Arial"/>
              </a:rPr>
              <a:t>02 Sep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578608"/>
            <a:ext cx="4663440" cy="640080"/>
          </a:xfrm>
          <a:prstGeom prst="rect">
            <a:avLst/>
          </a:prstGeom>
          <a:noFill/>
        </p:spPr>
        <p:txBody>
          <a:bodyPr wrap="square" anchor="ctr" lIns="109728" rIns="109728" tIns="109728" b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% calculation check – older MI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6248" y="273405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FAIL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578608"/>
            <a:ext cx="402336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No data on dashboard / Cosmos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328415"/>
            <a:ext cx="11384280" cy="640080"/>
          </a:xfrm>
          <a:prstGeom prst="rect">
            <a:avLst/>
          </a:prstGeom>
          <a:solidFill>
            <a:srgbClr val="DD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11480" y="3328415"/>
            <a:ext cx="1188720" cy="640080"/>
          </a:xfrm>
          <a:prstGeom prst="rect">
            <a:avLst/>
          </a:prstGeom>
          <a:noFill/>
        </p:spPr>
        <p:txBody>
          <a:bodyPr wrap="square" anchor="ctr" lIns="128016" rIns="128016" tIns="128016" bIns="12801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96082"/>
                </a:solidFill>
                <a:latin typeface="Arial"/>
              </a:rPr>
              <a:t>11 Sep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328415"/>
            <a:ext cx="4663440" cy="640080"/>
          </a:xfrm>
          <a:prstGeom prst="rect">
            <a:avLst/>
          </a:prstGeom>
          <a:noFill/>
        </p:spPr>
        <p:txBody>
          <a:bodyPr wrap="square" anchor="ctr" lIns="109728" rIns="109728" tIns="109728" b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Multiple MI scenarios (new + existing)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3483863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FAIL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3328415"/>
            <a:ext cx="402336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No data in Cosmos / Power BI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078224"/>
            <a:ext cx="11384280" cy="640080"/>
          </a:xfrm>
          <a:prstGeom prst="rect">
            <a:avLst/>
          </a:prstGeom>
          <a:solidFill>
            <a:srgbClr val="F3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11480" y="4078224"/>
            <a:ext cx="1188720" cy="640080"/>
          </a:xfrm>
          <a:prstGeom prst="rect">
            <a:avLst/>
          </a:prstGeom>
          <a:noFill/>
        </p:spPr>
        <p:txBody>
          <a:bodyPr wrap="square" anchor="ctr" lIns="128016" rIns="128016" tIns="128016" bIns="12801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96082"/>
                </a:solidFill>
                <a:latin typeface="Arial"/>
              </a:rPr>
              <a:t>22 Sep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078224"/>
            <a:ext cx="4663440" cy="640080"/>
          </a:xfrm>
          <a:prstGeom prst="rect">
            <a:avLst/>
          </a:prstGeom>
          <a:noFill/>
        </p:spPr>
        <p:txBody>
          <a:bodyPr wrap="square" anchor="ctr" lIns="109728" rIns="109728" tIns="109728" b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Manual files shared for comparison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423367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B2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ON HOLD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4078224"/>
            <a:ext cx="402336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Pending – client team capacity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828031"/>
            <a:ext cx="11384280" cy="640080"/>
          </a:xfrm>
          <a:prstGeom prst="rect">
            <a:avLst/>
          </a:prstGeom>
          <a:solidFill>
            <a:srgbClr val="DD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11480" y="4828031"/>
            <a:ext cx="1188720" cy="640080"/>
          </a:xfrm>
          <a:prstGeom prst="rect">
            <a:avLst/>
          </a:prstGeom>
          <a:noFill/>
        </p:spPr>
        <p:txBody>
          <a:bodyPr wrap="square" anchor="ctr" lIns="128016" rIns="128016" tIns="128016" bIns="12801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96082"/>
                </a:solidFill>
                <a:latin typeface="Arial"/>
              </a:rPr>
              <a:t>24 Sep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4828031"/>
            <a:ext cx="4663440" cy="640080"/>
          </a:xfrm>
          <a:prstGeom prst="rect">
            <a:avLst/>
          </a:prstGeom>
          <a:noFill/>
        </p:spPr>
        <p:txBody>
          <a:bodyPr wrap="square" anchor="ctr" lIns="109728" rIns="109728" tIns="109728" bIns="109728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Manual vs tool file check (3 MIs)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8" y="4983479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3B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MATCH*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4828031"/>
            <a:ext cx="402336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Data matches; *format differs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669279"/>
            <a:ext cx="11384280" cy="457200"/>
          </a:xfrm>
          <a:prstGeom prst="rect">
            <a:avLst/>
          </a:prstGeom>
          <a:solidFill>
            <a:srgbClr val="FFF2CC"/>
          </a:solidFill>
          <a:ln w="127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00000"/>
                </a:solidFill>
                <a:latin typeface="Arial"/>
              </a:rPr>
              <a:t>Current status: </a:t>
            </a:r>
            <a:r>
              <a:rPr sz="1300" b="0">
                <a:solidFill>
                  <a:srgbClr val="262626"/>
                </a:solidFill>
                <a:latin typeface="Arial"/>
              </a:rPr>
              <a:t>Root cause not yet identified – file format differences are the main lead.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Required &amp; Expected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3657600" cy="5074920"/>
          </a:xfrm>
          <a:prstGeom prst="rect">
            <a:avLst/>
          </a:prstGeom>
          <a:solidFill>
            <a:srgbClr val="DD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3657600" cy="411480"/>
          </a:xfrm>
          <a:prstGeom prst="rect">
            <a:avLst/>
          </a:prstGeom>
          <a:solidFill>
            <a:srgbClr val="09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Step 1 – Fix tool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3474720" cy="201168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 marL="146304" indent="-146304">
              <a:spcAft>
                <a:spcPts val="1200"/>
              </a:spcAft>
              <a:buFont typeface="Arial"/>
              <a:buChar char="•"/>
            </a:pPr>
            <a:r>
              <a:rPr sz="1400" b="0">
                <a:solidFill>
                  <a:srgbClr val="262626"/>
                </a:solidFill>
                <a:latin typeface="Arial"/>
              </a:rPr>
              <a:t>Remove leading spaces</a:t>
            </a:r>
          </a:p>
          <a:p>
            <a:pPr algn="l" marL="146304" indent="-146304">
              <a:spcAft>
                <a:spcPts val="1200"/>
              </a:spcAft>
              <a:buFont typeface="Arial"/>
              <a:buChar char="•"/>
            </a:pPr>
            <a:r>
              <a:rPr sz="1400" b="0">
                <a:solidFill>
                  <a:srgbClr val="262626"/>
                </a:solidFill>
                <a:latin typeface="Arial"/>
              </a:rPr>
              <a:t>Match UTF-8 BOM header</a:t>
            </a:r>
          </a:p>
          <a:p>
            <a:pPr algn="l" marL="146304" indent="-146304">
              <a:spcAft>
                <a:spcPts val="1200"/>
              </a:spcAft>
              <a:buFont typeface="Arial"/>
              <a:buChar char="•"/>
            </a:pPr>
            <a:r>
              <a:rPr sz="1400" b="0">
                <a:solidFill>
                  <a:srgbClr val="262626"/>
                </a:solidFill>
                <a:latin typeface="Arial"/>
              </a:rPr>
              <a:t>Match price format</a:t>
            </a:r>
          </a:p>
          <a:p>
            <a:pPr algn="l" marL="146304" indent="-146304">
              <a:spcAft>
                <a:spcPts val="1200"/>
              </a:spcAft>
              <a:buFont typeface="Arial"/>
              <a:buChar char="•"/>
            </a:pPr>
            <a:r>
              <a:rPr sz="1400" b="0">
                <a:solidFill>
                  <a:srgbClr val="262626"/>
                </a:solidFill>
                <a:latin typeface="Arial"/>
              </a:rPr>
              <a:t>Match line endings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3794760"/>
            <a:ext cx="3291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9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96082"/>
                </a:solidFill>
                <a:latin typeface="Arial"/>
              </a:rPr>
              <a:t>Expected result</a:t>
            </a:r>
          </a:p>
          <a:p>
            <a:pPr algn="ctr">
              <a:spcAft>
                <a:spcPts val="400"/>
              </a:spcAft>
            </a:pPr>
            <a:r>
              <a:rPr sz="2600" b="1">
                <a:solidFill>
                  <a:srgbClr val="3B8A22"/>
                </a:solidFill>
                <a:latin typeface="Arial"/>
              </a:rPr>
              <a:t>0 differences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Arial"/>
              </a:rPr>
              <a:t>vs manual 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960120"/>
            <a:ext cx="7498079" cy="411480"/>
          </a:xfrm>
          <a:prstGeom prst="rect">
            <a:avLst/>
          </a:prstGeom>
          <a:solidFill>
            <a:srgbClr val="09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Step 2 – Dashboard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463040"/>
            <a:ext cx="3200400" cy="2743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Arial"/>
              </a:rPr>
              <a:t>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463040"/>
            <a:ext cx="3566160" cy="2743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Arial"/>
              </a:rPr>
              <a:t>Expected result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783080"/>
            <a:ext cx="7498079" cy="621792"/>
          </a:xfrm>
          <a:prstGeom prst="rect">
            <a:avLst/>
          </a:prstGeom>
          <a:solidFill>
            <a:srgbClr val="DD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389120" y="1911096"/>
            <a:ext cx="365760" cy="36576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783080"/>
            <a:ext cx="32461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Manual file upload (baseline)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874520"/>
            <a:ext cx="3611880" cy="438912"/>
          </a:xfrm>
          <a:prstGeom prst="rect">
            <a:avLst/>
          </a:prstGeom>
          <a:solidFill>
            <a:srgbClr val="E2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B8A22"/>
                </a:solidFill>
                <a:latin typeface="Arial"/>
              </a:rPr>
              <a:t>✔ </a:t>
            </a:r>
            <a:r>
              <a:rPr sz="1300" b="0">
                <a:solidFill>
                  <a:srgbClr val="262626"/>
                </a:solidFill>
                <a:latin typeface="Arial"/>
              </a:rPr>
              <a:t>Data visible in Cosmos &amp; Power BI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514600"/>
            <a:ext cx="7498079" cy="621792"/>
          </a:xfrm>
          <a:prstGeom prst="rect">
            <a:avLst/>
          </a:prstGeom>
          <a:solidFill>
            <a:srgbClr val="F3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4389120" y="2642616"/>
            <a:ext cx="365760" cy="36576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514600"/>
            <a:ext cx="32461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Fixed tool file – new MI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606040"/>
            <a:ext cx="3611880" cy="438912"/>
          </a:xfrm>
          <a:prstGeom prst="rect">
            <a:avLst/>
          </a:prstGeom>
          <a:solidFill>
            <a:srgbClr val="E2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B8A22"/>
                </a:solidFill>
                <a:latin typeface="Arial"/>
              </a:rPr>
              <a:t>✔ </a:t>
            </a:r>
            <a:r>
              <a:rPr sz="1300" b="0">
                <a:solidFill>
                  <a:srgbClr val="262626"/>
                </a:solidFill>
                <a:latin typeface="Arial"/>
              </a:rPr>
              <a:t>Same result as manual 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246120"/>
            <a:ext cx="7498079" cy="621792"/>
          </a:xfrm>
          <a:prstGeom prst="rect">
            <a:avLst/>
          </a:prstGeom>
          <a:solidFill>
            <a:srgbClr val="DD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4389120" y="3374136"/>
            <a:ext cx="365760" cy="36576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246120"/>
            <a:ext cx="32461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Fixed tool file – existing MI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3337560"/>
            <a:ext cx="3611880" cy="438912"/>
          </a:xfrm>
          <a:prstGeom prst="rect">
            <a:avLst/>
          </a:prstGeom>
          <a:solidFill>
            <a:srgbClr val="E2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B8A22"/>
                </a:solidFill>
                <a:latin typeface="Arial"/>
              </a:rPr>
              <a:t>✔ </a:t>
            </a:r>
            <a:r>
              <a:rPr sz="1300" b="0">
                <a:solidFill>
                  <a:srgbClr val="262626"/>
                </a:solidFill>
                <a:latin typeface="Arial"/>
              </a:rPr>
              <a:t>Data populates correctly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977640"/>
            <a:ext cx="7498079" cy="621792"/>
          </a:xfrm>
          <a:prstGeom prst="rect">
            <a:avLst/>
          </a:prstGeom>
          <a:solidFill>
            <a:srgbClr val="F3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389120" y="4105656"/>
            <a:ext cx="365760" cy="36576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977640"/>
            <a:ext cx="32461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Activation % check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4069080"/>
            <a:ext cx="3611880" cy="438912"/>
          </a:xfrm>
          <a:prstGeom prst="rect">
            <a:avLst/>
          </a:prstGeom>
          <a:solidFill>
            <a:srgbClr val="E2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B8A22"/>
                </a:solidFill>
                <a:latin typeface="Arial"/>
              </a:rPr>
              <a:t>✔ </a:t>
            </a:r>
            <a:r>
              <a:rPr sz="1300" b="0">
                <a:solidFill>
                  <a:srgbClr val="262626"/>
                </a:solidFill>
                <a:latin typeface="Arial"/>
              </a:rPr>
              <a:t>Dashboard % = file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709160"/>
            <a:ext cx="7498079" cy="621792"/>
          </a:xfrm>
          <a:prstGeom prst="rect">
            <a:avLst/>
          </a:prstGeom>
          <a:solidFill>
            <a:srgbClr val="DD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4389120" y="4837176"/>
            <a:ext cx="365760" cy="36576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709160"/>
            <a:ext cx="32461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Multiple MIs in one run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4800600"/>
            <a:ext cx="3611880" cy="438912"/>
          </a:xfrm>
          <a:prstGeom prst="rect">
            <a:avLst/>
          </a:prstGeom>
          <a:solidFill>
            <a:srgbClr val="E2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B8A22"/>
                </a:solidFill>
                <a:latin typeface="Arial"/>
              </a:rPr>
              <a:t>✔ </a:t>
            </a:r>
            <a:r>
              <a:rPr sz="1300" b="0">
                <a:solidFill>
                  <a:srgbClr val="262626"/>
                </a:solidFill>
                <a:latin typeface="Arial"/>
              </a:rPr>
              <a:t>All MIs reflect correctly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5577840"/>
            <a:ext cx="7498079" cy="457200"/>
          </a:xfrm>
          <a:prstGeom prst="rect">
            <a:avLst/>
          </a:prstGeom>
          <a:solidFill>
            <a:srgbClr val="FFF2CC"/>
          </a:solidFill>
          <a:ln w="127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00000"/>
                </a:solidFill>
                <a:latin typeface="Arial"/>
              </a:rPr>
              <a:t>Target: </a:t>
            </a:r>
            <a:r>
              <a:rPr sz="1300" b="0">
                <a:solidFill>
                  <a:srgbClr val="262626"/>
                </a:solidFill>
                <a:latin typeface="Arial"/>
              </a:rPr>
              <a:t>Go/No-Go before end-October campaign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MCD 2.0" val="TeVAEuPk"/>
  <p:tag name="ARTICULATE_SLIDE_THUMBNAIL_REFRESH" val="1"/>
  <p:tag name="ARTICULATE_SLIDE_COUNT" val="54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McD 2.0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36">
      <a:majorFont>
        <a:latin typeface="Speedee"/>
        <a:ea typeface=""/>
        <a:cs typeface=""/>
      </a:majorFont>
      <a:minorFont>
        <a:latin typeface="Speed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25400">
          <a:solidFill>
            <a:schemeClr val="accent1"/>
          </a:solidFill>
        </a:ln>
      </a:spPr>
      <a:bodyPr wrap="square" tIns="91440" bIns="91440" rtlCol="0" anchor="ctr">
        <a:noAutofit/>
      </a:bodyPr>
      <a:lstStyle>
        <a:defPPr algn="l">
          <a:lnSpc>
            <a:spcPct val="90000"/>
          </a:lnSpc>
          <a:spcBef>
            <a:spcPts val="600"/>
          </a:spcBef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5400">
          <a:noFill/>
        </a:ln>
      </a:spPr>
      <a:bodyPr wrap="none" tIns="91440" bIns="91440" rtlCol="0">
        <a:spAutoFit/>
      </a:bodyPr>
      <a:lstStyle>
        <a:defPPr algn="l">
          <a:lnSpc>
            <a:spcPct val="90000"/>
          </a:lnSpc>
          <a:spcBef>
            <a:spcPts val="600"/>
          </a:spcBef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6">
      <a:majorFont>
        <a:latin typeface="Speedee"/>
        <a:ea typeface=""/>
        <a:cs typeface=""/>
      </a:majorFont>
      <a:minorFont>
        <a:latin typeface="Speed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6">
      <a:majorFont>
        <a:latin typeface="Speedee"/>
        <a:ea typeface=""/>
        <a:cs typeface=""/>
      </a:majorFont>
      <a:minorFont>
        <a:latin typeface="Speed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73A82155F4AD648860A3BBF74E8E7CC" ma:contentTypeVersion="6" ma:contentTypeDescription="Create a new document." ma:contentTypeScope="" ma:versionID="900fa0185f51d3d96d227cac161d10b2">
  <xsd:schema xmlns:xsd="http://www.w3.org/2001/XMLSchema" xmlns:xs="http://www.w3.org/2001/XMLSchema" xmlns:p="http://schemas.microsoft.com/office/2006/metadata/properties" xmlns:ns2="a5e216b0-7837-4158-a5d0-1a0f0263ca59" xmlns:ns3="169ca220-091f-42b0-bdca-032c892a3d6a" targetNamespace="http://schemas.microsoft.com/office/2006/metadata/properties" ma:root="true" ma:fieldsID="e0821a4fba7773ea006d7cff5efc05ac" ns2:_="" ns3:_="">
    <xsd:import namespace="a5e216b0-7837-4158-a5d0-1a0f0263ca59"/>
    <xsd:import namespace="169ca220-091f-42b0-bdca-032c892a3d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e216b0-7837-4158-a5d0-1a0f0263ca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9ca220-091f-42b0-bdca-032c892a3d6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EE9AAD-BBCC-4816-B113-DC4F26D0F2C4}">
  <ds:schemaRefs>
    <ds:schemaRef ds:uri="169ca220-091f-42b0-bdca-032c892a3d6a"/>
    <ds:schemaRef ds:uri="a5e216b0-7837-4158-a5d0-1a0f0263ca5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4F6837D-2381-4D42-9CC0-03FBE04478AD}">
  <ds:schemaRefs>
    <ds:schemaRef ds:uri="169ca220-091f-42b0-bdca-032c892a3d6a"/>
    <ds:schemaRef ds:uri="a5e216b0-7837-4158-a5d0-1a0f0263ca5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4298C01-BBA7-422E-8A17-73E74373E7F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7dea8b7-9eaa-40b7-9fe0-5c9e237036c0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12059</TotalTime>
  <Words>1186</Words>
  <Application>Microsoft Office PowerPoint</Application>
  <PresentationFormat>Widescreen</PresentationFormat>
  <Paragraphs>169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Aptos</vt:lpstr>
      <vt:lpstr>Aptos Display</vt:lpstr>
      <vt:lpstr>Arial</vt:lpstr>
      <vt:lpstr>Calisto MT</vt:lpstr>
      <vt:lpstr>Segoe UI</vt:lpstr>
      <vt:lpstr>Speedee</vt:lpstr>
      <vt:lpstr>Symbol</vt:lpstr>
      <vt:lpstr>Verdana</vt:lpstr>
      <vt:lpstr>Wingdings</vt:lpstr>
      <vt:lpstr>McD 2.0</vt:lpstr>
      <vt:lpstr>Office Theme</vt:lpstr>
      <vt:lpstr>PTA Automation Tool -  Process Improvement  </vt:lpstr>
      <vt:lpstr>Key Contributors</vt:lpstr>
      <vt:lpstr>Pricing, Taxing &amp; Activation (PTA) - Process &amp; Overview</vt:lpstr>
      <vt:lpstr>Challenges &amp; Proposed Solution</vt:lpstr>
      <vt:lpstr>Implementation &amp; Pre-requisites</vt:lpstr>
      <vt:lpstr>New Requirement Vs Delivered Solution </vt:lpstr>
      <vt:lpstr>PowerPoint Presentation</vt:lpstr>
      <vt:lpstr>Facts &amp; Outcomes </vt:lpstr>
      <vt:lpstr>Tool Walkthrough &amp; Demo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IT Smart Support</dc:title>
  <dc:creator>Ajay Shastry, Ajay</dc:creator>
  <cp:lastModifiedBy>Sharma, Muskan</cp:lastModifiedBy>
  <cp:revision>56</cp:revision>
  <dcterms:created xsi:type="dcterms:W3CDTF">2019-09-24T06:05:03Z</dcterms:created>
  <dcterms:modified xsi:type="dcterms:W3CDTF">2026-09-25T11:20:41Z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CE6FD9AE-8E3E-4229-A33D-061E6A0E3B68</vt:lpwstr>
  </property>
  <property fmtid="{D5CDD505-2E9C-101B-9397-08002B2CF9AE}" pid="3" name="ArticulatePath">
    <vt:lpwstr>18882_VIS 1.5_PowerPoint_Refresh_v5</vt:lpwstr>
  </property>
  <property fmtid="{D5CDD505-2E9C-101B-9397-08002B2CF9AE}" pid="4" name="ContentTypeId">
    <vt:lpwstr>0x010100873A82155F4AD648860A3BBF74E8E7CC</vt:lpwstr>
  </property>
  <property fmtid="{D5CDD505-2E9C-101B-9397-08002B2CF9AE}" pid="5" name="MediaServiceImageTags">
    <vt:lpwstr/>
  </property>
</Properties>
</file>